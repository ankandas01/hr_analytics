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nkandas01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0"/>
            <a:ext cx="7772400" cy="1470025"/>
          </a:xfrm>
        </p:spPr>
        <p:txBody>
          <a:bodyPr/>
          <a:lstStyle/>
          <a:p>
            <a:r>
              <a:rPr dirty="0"/>
              <a:t>HR Analytics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599" y="1470025"/>
            <a:ext cx="6887497" cy="5255240"/>
          </a:xfrm>
        </p:spPr>
        <p:txBody>
          <a:bodyPr/>
          <a:lstStyle/>
          <a:p>
            <a:pPr algn="l"/>
            <a:r>
              <a:rPr dirty="0"/>
              <a:t>End-to-end dashboarding using SQL, Tableau, Power BI</a:t>
            </a:r>
            <a:endParaRPr lang="en-US" dirty="0"/>
          </a:p>
          <a:p>
            <a:pPr algn="l"/>
            <a:endParaRPr lang="en-US" dirty="0"/>
          </a:p>
          <a:p>
            <a:pPr algn="l"/>
            <a:r>
              <a:rPr lang="en-IN" dirty="0"/>
              <a:t>Presented by : Ankan Das</a:t>
            </a:r>
          </a:p>
          <a:p>
            <a:pPr algn="l"/>
            <a:endParaRPr lang="en-IN" dirty="0"/>
          </a:p>
          <a:p>
            <a:pPr algn="l"/>
            <a:r>
              <a:rPr lang="en-IN" dirty="0"/>
              <a:t>Social Links : </a:t>
            </a:r>
            <a:r>
              <a:rPr lang="en-IN" dirty="0">
                <a:hlinkClick r:id="rId2"/>
              </a:rPr>
              <a:t>LinkedIn</a:t>
            </a:r>
            <a:r>
              <a:rPr lang="en-IN" dirty="0"/>
              <a:t>, Project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Objective: Provide HR leaders with interactive dashboards</a:t>
            </a:r>
          </a:p>
          <a:p>
            <a:r>
              <a:t>Goal: Visualize key HR metrics like headcount, salary, tenure, demographics</a:t>
            </a:r>
          </a:p>
          <a:p>
            <a:r>
              <a:t>Outcome: Data-driven decision-making through clear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Description &amp; SQL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HR data cleaned and transformed using SQL</a:t>
            </a:r>
          </a:p>
          <a:p>
            <a:r>
              <a:t>Aggregations (e.g. headcount by year) and summaries computed</a:t>
            </a:r>
          </a:p>
          <a:p>
            <a:r>
              <a:t>Clean data serves as input to Tableau and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 &amp;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People Count: 161</a:t>
            </a:r>
          </a:p>
          <a:p>
            <a:r>
              <a:t>Average Salary: $54.23K</a:t>
            </a:r>
          </a:p>
          <a:p>
            <a:r>
              <a:t>Avg. Leave Balance: 16.42 days</a:t>
            </a:r>
          </a:p>
          <a:p>
            <a:r>
              <a:t>Employees with Leave &gt; 20 days: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Dashboard 1: </a:t>
            </a:r>
            <a:r>
              <a:rPr lang="en-US" dirty="0"/>
              <a:t>Power BI </a:t>
            </a:r>
            <a:r>
              <a:rPr dirty="0"/>
              <a:t>Overview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02A02545-789F-4087-AE64-B3FD963A6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4183"/>
            <a:ext cx="9144000" cy="50838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Dashboard 2: </a:t>
            </a:r>
            <a:r>
              <a:rPr lang="en-US" dirty="0"/>
              <a:t>Tableau </a:t>
            </a:r>
            <a:r>
              <a:rPr dirty="0"/>
              <a:t>Overview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D556DF7-77A6-4091-8B8D-4D31E8008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9"/>
            <a:ext cx="9144000" cy="54403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Job Title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roles: Packaging Associate (22), Production Operator (20), Sales Rep (18)</a:t>
            </a:r>
          </a:p>
          <a:p>
            <a:r>
              <a:t>Packaging Associate alone ~13.7% of workforce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Gender &amp; Age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Gender: Female 54.66%, Male 45.34%</a:t>
            </a:r>
          </a:p>
          <a:p>
            <a:r>
              <a:t>Age: Majority 25–35 years; young workforce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by Education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Bachelor's Degree: $2.64M</a:t>
            </a:r>
          </a:p>
          <a:p>
            <a:r>
              <a:t>Diploma: $2.09M</a:t>
            </a:r>
          </a:p>
          <a:p>
            <a:r>
              <a:t>High School: $2.05M</a:t>
            </a:r>
          </a:p>
          <a:p>
            <a:r>
              <a:t>Master’s Degree: $1.94M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Growth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2017: 10 → 2023: 161 employees</a:t>
            </a:r>
          </a:p>
          <a:p>
            <a:r>
              <a:t>Steady hiring growth post-2018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Tools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Tableau: rich custom visuals, great interactivity</a:t>
            </a:r>
          </a:p>
          <a:p>
            <a:r>
              <a:t>Power BI: fast, Microsoft integration, bold KPIs</a:t>
            </a:r>
          </a:p>
          <a:p>
            <a:r>
              <a:t>Both tools turn raw data into insights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Retain critical roles (e.g. Packaging Associate)</a:t>
            </a:r>
          </a:p>
          <a:p>
            <a:r>
              <a:t>Develop young workforce with training</a:t>
            </a:r>
          </a:p>
          <a:p>
            <a:r>
              <a:t>Promote inclusive culture via gender balance</a:t>
            </a:r>
          </a:p>
          <a:p>
            <a:r>
              <a:t>Scale planning with steady growth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SQL + Tableau + Power BI → insights</a:t>
            </a:r>
          </a:p>
          <a:p>
            <a:r>
              <a:t>HR leaders get fast, data-backed decisions</a:t>
            </a:r>
          </a:p>
          <a:p>
            <a:r>
              <a:t>Project shows power of data-driven HR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296</Words>
  <Application>Microsoft Office PowerPoint</Application>
  <PresentationFormat>On-screen Show (4:3)</PresentationFormat>
  <Paragraphs>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HR Analytics Project</vt:lpstr>
      <vt:lpstr>Project Overview</vt:lpstr>
      <vt:lpstr>Data Description &amp; SQL Processing</vt:lpstr>
      <vt:lpstr>Key Metrics &amp; KPIs</vt:lpstr>
      <vt:lpstr>Dashboard 1: Power BI Overview</vt:lpstr>
      <vt:lpstr>Dashboard 2: Tableau Overview</vt:lpstr>
      <vt:lpstr>Job Title Distribution</vt:lpstr>
      <vt:lpstr>Gender &amp; Age Distribution</vt:lpstr>
      <vt:lpstr>Salary by Education</vt:lpstr>
      <vt:lpstr>Employee Growth Trend</vt:lpstr>
      <vt:lpstr>Dashboard Tools Comparison</vt:lpstr>
      <vt:lpstr>Insights &amp; Recommendations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Analytics Project</dc:title>
  <dc:subject/>
  <dc:creator/>
  <cp:keywords/>
  <dc:description>generated using python-pptx</dc:description>
  <cp:lastModifiedBy>ANKAN DAS</cp:lastModifiedBy>
  <cp:revision>2</cp:revision>
  <dcterms:created xsi:type="dcterms:W3CDTF">2013-01-27T09:14:16Z</dcterms:created>
  <dcterms:modified xsi:type="dcterms:W3CDTF">2025-05-03T05:15:17Z</dcterms:modified>
  <cp:category/>
</cp:coreProperties>
</file>