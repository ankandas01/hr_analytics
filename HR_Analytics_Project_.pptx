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71" r:id="rId16"/>
    <p:sldId id="272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andas01/HR_ANALYTICS" TargetMode="External"/><Relationship Id="rId2" Type="http://schemas.openxmlformats.org/officeDocument/2006/relationships/hyperlink" Target="https://www.linkedin.com/in/ankandas01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r>
              <a:rPr dirty="0"/>
              <a:t>HR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470025"/>
            <a:ext cx="6887497" cy="5255240"/>
          </a:xfrm>
        </p:spPr>
        <p:txBody>
          <a:bodyPr/>
          <a:lstStyle/>
          <a:p>
            <a:pPr algn="l"/>
            <a:r>
              <a:rPr dirty="0"/>
              <a:t>End-to-end dashboarding using SQL, Tableau, Power BI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IN" dirty="0"/>
              <a:t>Presented by : Ankan Das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Social Links : </a:t>
            </a:r>
            <a:r>
              <a:rPr lang="en-IN" dirty="0">
                <a:hlinkClick r:id="rId2"/>
              </a:rPr>
              <a:t>LinkedIn</a:t>
            </a:r>
            <a:r>
              <a:rPr lang="en-IN" dirty="0"/>
              <a:t>, </a:t>
            </a:r>
            <a:r>
              <a:rPr lang="en-IN" dirty="0">
                <a:hlinkClick r:id="rId3"/>
              </a:rPr>
              <a:t>Project Portfolio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Provide HR leaders with interactive dashboards</a:t>
            </a:r>
          </a:p>
          <a:p>
            <a:r>
              <a:t>Goal: Visualize key HR metrics like headcount, salary, tenure, demographics</a:t>
            </a:r>
          </a:p>
          <a:p>
            <a:r>
              <a:t>Outcome: Data-driven decision-making through clear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 &amp; SQL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Raw HR data cleaned and transformed using SQL</a:t>
            </a:r>
          </a:p>
          <a:p>
            <a:r>
              <a:rPr dirty="0"/>
              <a:t>Aggregations (e.g. headcount by year) and summaries computed</a:t>
            </a:r>
            <a:r>
              <a:rPr lang="en-US" dirty="0"/>
              <a:t> USING GROUP BY &amp; WINDOW FUNCTIONS IN SQL.</a:t>
            </a:r>
            <a:endParaRPr dirty="0"/>
          </a:p>
          <a:p>
            <a:r>
              <a:rPr dirty="0"/>
              <a:t>Clean data serves as input to Tableau and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Count: 161</a:t>
            </a:r>
          </a:p>
          <a:p>
            <a:r>
              <a:t>Average Salary: $54.23K</a:t>
            </a:r>
          </a:p>
          <a:p>
            <a:r>
              <a:t>Avg. Leave Balance: 16.42 days</a:t>
            </a:r>
          </a:p>
          <a:p>
            <a:r>
              <a:t>Employees with Leave &gt; 20 days: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1: </a:t>
            </a:r>
            <a:r>
              <a:rPr lang="en-US" dirty="0"/>
              <a:t>Power BI </a:t>
            </a:r>
            <a:r>
              <a:rPr dirty="0"/>
              <a:t>Overview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02A02545-789F-4087-AE64-B3FD963A6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4183"/>
            <a:ext cx="9144000" cy="50838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2: </a:t>
            </a:r>
            <a:r>
              <a:rPr lang="en-US" dirty="0"/>
              <a:t>Tableau </a:t>
            </a:r>
            <a:r>
              <a:rPr dirty="0"/>
              <a:t>Overview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556DF7-77A6-4091-8B8D-4D31E800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9"/>
            <a:ext cx="9144000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Title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roles: Packaging Associate (22), Production Operator (20), Sales Rep (18)</a:t>
            </a:r>
          </a:p>
          <a:p>
            <a:r>
              <a:t>Packaging Associate alone ~13.7% of workforce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&amp; 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Gender: Female 54.66%, Male 45.34%</a:t>
            </a:r>
          </a:p>
          <a:p>
            <a:r>
              <a:t>Age: Majority 25–35 years; young workforce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by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Bachelor's Degree: $2.64M</a:t>
            </a:r>
          </a:p>
          <a:p>
            <a:r>
              <a:t>Diploma: $2.09M</a:t>
            </a:r>
          </a:p>
          <a:p>
            <a:r>
              <a:t>High School: $2.05M</a:t>
            </a:r>
          </a:p>
          <a:p>
            <a:r>
              <a:t>Master’s Degree: $1.94M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Growth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2017: 10 → 2023: 161 employees</a:t>
            </a:r>
          </a:p>
          <a:p>
            <a:r>
              <a:t>Steady hiring growth post-2018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Tools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Tableau: rich custom visuals, great interactivity</a:t>
            </a:r>
          </a:p>
          <a:p>
            <a:r>
              <a:t>Power BI: fast, Microsoft integration, bold KPIs</a:t>
            </a:r>
          </a:p>
          <a:p>
            <a:r>
              <a:t>Both tools turn raw data into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 critical roles (e.g. Packaging Associate)</a:t>
            </a:r>
          </a:p>
          <a:p>
            <a:r>
              <a:t>Develop young workforce with training</a:t>
            </a:r>
          </a:p>
          <a:p>
            <a:r>
              <a:t>Promote inclusive culture via gender balance</a:t>
            </a:r>
          </a:p>
          <a:p>
            <a:r>
              <a:t>Scale planning with steady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CE94-3EB5-4EC0-BC96-8F1D2ED3C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635" y="560881"/>
            <a:ext cx="7346729" cy="11143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SQL DATA CLEANING QUERIES</a:t>
            </a:r>
            <a:br>
              <a:rPr lang="en-US" sz="3500" dirty="0"/>
            </a:br>
            <a:endParaRPr lang="en-US" sz="35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21C191-3F49-4663-90CD-313A08875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" y="2369575"/>
            <a:ext cx="2749901" cy="3541176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FEEC7FD-9C4F-47B4-9A18-0DA3DB604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78" y="2454703"/>
            <a:ext cx="4371196" cy="309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6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6FBED-423E-4BA2-BE79-4A1E81FC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7" y="2245826"/>
            <a:ext cx="4381880" cy="2484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B876A-EB9E-453D-BD7D-62F5002F2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885" y="2107907"/>
            <a:ext cx="3749365" cy="2720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17FB0-B94A-4097-8A9C-67AD885FEBF4}"/>
              </a:ext>
            </a:extLst>
          </p:cNvPr>
          <p:cNvSpPr txBox="1"/>
          <p:nvPr/>
        </p:nvSpPr>
        <p:spPr>
          <a:xfrm>
            <a:off x="1278194" y="226142"/>
            <a:ext cx="6646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SQL KPI VISUAL QUERIES</a:t>
            </a:r>
          </a:p>
        </p:txBody>
      </p:sp>
    </p:spTree>
    <p:extLst>
      <p:ext uri="{BB962C8B-B14F-4D97-AF65-F5344CB8AC3E}">
        <p14:creationId xmlns:p14="http://schemas.microsoft.com/office/powerpoint/2010/main" val="2493257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6DE01-F50D-4DB2-8783-9338173A7856}"/>
              </a:ext>
            </a:extLst>
          </p:cNvPr>
          <p:cNvSpPr txBox="1"/>
          <p:nvPr/>
        </p:nvSpPr>
        <p:spPr>
          <a:xfrm>
            <a:off x="1337187" y="285135"/>
            <a:ext cx="6282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SQL DASHBOARD VISUALS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394F2-3D59-426B-9061-3929CFF9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7" y="1034752"/>
            <a:ext cx="2568163" cy="2133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0D0936-6E16-4B94-AC05-9D197BFC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77" y="3782641"/>
            <a:ext cx="2591025" cy="1691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4F4924-1F1B-45EF-BC5F-88330AAE2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34752"/>
            <a:ext cx="4244708" cy="20042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3FBAD0-7CFD-4840-9D89-D59719DE8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1231" y="3335127"/>
            <a:ext cx="4732430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75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F2109-7BCD-4C01-9575-685C0A27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62913" cy="1867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60B40F-ED64-45F3-A778-9F7E73D6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5753"/>
            <a:ext cx="5121084" cy="194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56FF4-FAE7-4438-ADDB-63FE340C8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20" y="4282782"/>
            <a:ext cx="4892464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0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+ Tableau + Power BI → insights</a:t>
            </a:r>
          </a:p>
          <a:p>
            <a:r>
              <a:t>HR leaders get fast, data-backed decisions</a:t>
            </a:r>
          </a:p>
          <a:p>
            <a:r>
              <a:t>Project shows power of data-driven HR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317</Words>
  <Application>Microsoft Office PowerPoint</Application>
  <PresentationFormat>On-screen Show (4:3)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HR Analytics Project</vt:lpstr>
      <vt:lpstr>Project Overview</vt:lpstr>
      <vt:lpstr>Data Description &amp; SQL Processing</vt:lpstr>
      <vt:lpstr>Key Metrics &amp; KPIs</vt:lpstr>
      <vt:lpstr>Dashboard 1: Power BI Overview</vt:lpstr>
      <vt:lpstr>Dashboard 2: Tableau Overview</vt:lpstr>
      <vt:lpstr>Job Title Distribution</vt:lpstr>
      <vt:lpstr>Gender &amp; Age Distribution</vt:lpstr>
      <vt:lpstr>Salary by Education</vt:lpstr>
      <vt:lpstr>Employee Growth Trend</vt:lpstr>
      <vt:lpstr>Dashboard Tools Comparison</vt:lpstr>
      <vt:lpstr>Insights &amp; Recommendations</vt:lpstr>
      <vt:lpstr>SQL DATA CLEANING QUERIES 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Project</dc:title>
  <dc:subject/>
  <dc:creator/>
  <cp:keywords/>
  <dc:description>generated using python-pptx</dc:description>
  <cp:lastModifiedBy>ANKAN DAS</cp:lastModifiedBy>
  <cp:revision>6</cp:revision>
  <dcterms:created xsi:type="dcterms:W3CDTF">2013-01-27T09:14:16Z</dcterms:created>
  <dcterms:modified xsi:type="dcterms:W3CDTF">2025-05-03T05:29:09Z</dcterms:modified>
  <cp:category/>
</cp:coreProperties>
</file>